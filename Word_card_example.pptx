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75" y="0"/>
            <a:ext cx="90018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1400" y="0"/>
            <a:ext cx="3672599" cy="367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